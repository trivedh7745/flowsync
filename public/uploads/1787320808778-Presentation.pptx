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B53272-16ED-4051-A6FA-00E2D3A1072D}" v="3" dt="2025-05-30T15:54:32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5" d="100"/>
          <a:sy n="55" d="100"/>
        </p:scale>
        <p:origin x="51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vedh Miriyala" userId="ecb66e9fbea48c3e" providerId="LiveId" clId="{E4B53272-16ED-4051-A6FA-00E2D3A1072D}"/>
    <pc:docChg chg="undo custSel modSld">
      <pc:chgData name="Trivedh Miriyala" userId="ecb66e9fbea48c3e" providerId="LiveId" clId="{E4B53272-16ED-4051-A6FA-00E2D3A1072D}" dt="2025-05-30T15:58:21.209" v="59" actId="1076"/>
      <pc:docMkLst>
        <pc:docMk/>
      </pc:docMkLst>
      <pc:sldChg chg="addSp modSp mod">
        <pc:chgData name="Trivedh Miriyala" userId="ecb66e9fbea48c3e" providerId="LiveId" clId="{E4B53272-16ED-4051-A6FA-00E2D3A1072D}" dt="2025-05-30T15:58:21.209" v="59" actId="1076"/>
        <pc:sldMkLst>
          <pc:docMk/>
          <pc:sldMk cId="571336936" sldId="256"/>
        </pc:sldMkLst>
        <pc:spChg chg="mod">
          <ac:chgData name="Trivedh Miriyala" userId="ecb66e9fbea48c3e" providerId="LiveId" clId="{E4B53272-16ED-4051-A6FA-00E2D3A1072D}" dt="2025-05-30T15:54:11.827" v="16" actId="12789"/>
          <ac:spMkLst>
            <pc:docMk/>
            <pc:sldMk cId="571336936" sldId="256"/>
            <ac:spMk id="2" creationId="{30A422BD-C76F-FF6C-56CB-B6084EF92EAA}"/>
          </ac:spMkLst>
        </pc:spChg>
        <pc:spChg chg="mod">
          <ac:chgData name="Trivedh Miriyala" userId="ecb66e9fbea48c3e" providerId="LiveId" clId="{E4B53272-16ED-4051-A6FA-00E2D3A1072D}" dt="2025-05-30T15:54:11.827" v="16" actId="12789"/>
          <ac:spMkLst>
            <pc:docMk/>
            <pc:sldMk cId="571336936" sldId="256"/>
            <ac:spMk id="3" creationId="{38A0110D-1B2C-2514-D5A8-7737C8539B9A}"/>
          </ac:spMkLst>
        </pc:spChg>
        <pc:spChg chg="mod ord">
          <ac:chgData name="Trivedh Miriyala" userId="ecb66e9fbea48c3e" providerId="LiveId" clId="{E4B53272-16ED-4051-A6FA-00E2D3A1072D}" dt="2025-05-30T15:56:20.393" v="37" actId="14100"/>
          <ac:spMkLst>
            <pc:docMk/>
            <pc:sldMk cId="571336936" sldId="256"/>
            <ac:spMk id="4" creationId="{8AEEEAA3-94D9-D566-B644-89F198C79ED7}"/>
          </ac:spMkLst>
        </pc:spChg>
        <pc:spChg chg="mod ord">
          <ac:chgData name="Trivedh Miriyala" userId="ecb66e9fbea48c3e" providerId="LiveId" clId="{E4B53272-16ED-4051-A6FA-00E2D3A1072D}" dt="2025-05-30T15:58:10.332" v="58" actId="1076"/>
          <ac:spMkLst>
            <pc:docMk/>
            <pc:sldMk cId="571336936" sldId="256"/>
            <ac:spMk id="5" creationId="{482416BC-1775-B296-29A1-12227B82F77D}"/>
          </ac:spMkLst>
        </pc:spChg>
        <pc:spChg chg="mod">
          <ac:chgData name="Trivedh Miriyala" userId="ecb66e9fbea48c3e" providerId="LiveId" clId="{E4B53272-16ED-4051-A6FA-00E2D3A1072D}" dt="2025-05-30T15:58:21.209" v="59" actId="1076"/>
          <ac:spMkLst>
            <pc:docMk/>
            <pc:sldMk cId="571336936" sldId="256"/>
            <ac:spMk id="6" creationId="{567B3536-DF16-DA5E-67DF-5C35E696A7FE}"/>
          </ac:spMkLst>
        </pc:spChg>
        <pc:picChg chg="add mod ord">
          <ac:chgData name="Trivedh Miriyala" userId="ecb66e9fbea48c3e" providerId="LiveId" clId="{E4B53272-16ED-4051-A6FA-00E2D3A1072D}" dt="2025-05-30T15:53:39.594" v="11" actId="931"/>
          <ac:picMkLst>
            <pc:docMk/>
            <pc:sldMk cId="571336936" sldId="256"/>
            <ac:picMk id="8" creationId="{8440364E-E1B0-1EC4-F139-AF8B1F3350DF}"/>
          </ac:picMkLst>
        </pc:picChg>
        <pc:picChg chg="add mod ord">
          <ac:chgData name="Trivedh Miriyala" userId="ecb66e9fbea48c3e" providerId="LiveId" clId="{E4B53272-16ED-4051-A6FA-00E2D3A1072D}" dt="2025-05-30T15:56:49.450" v="48" actId="1076"/>
          <ac:picMkLst>
            <pc:docMk/>
            <pc:sldMk cId="571336936" sldId="256"/>
            <ac:picMk id="10" creationId="{DDC2D58D-85EE-86F8-0BDE-1E4A03B5A8F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35A8-3629-6076-FF70-63CCF9656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427CD-EF3B-790B-4335-F3C8CC1CF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1C76E-4183-8B26-B6E0-91730D64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1913C-B07F-B67C-C950-99E4C673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C0903-BCCF-1DB0-4863-09057A12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36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2F53-0045-3C72-44CF-BC6CDAF4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66DC-373C-6A9E-D49C-0F26C7BE7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5BE55-A471-1A2E-1690-5C84A058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8AEA-67B6-3477-4519-21A130F8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FD72C-BCF4-2523-E3E2-9B75EDDB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417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C0F09-8EC1-8B2E-5C51-58B9296B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4396A-455A-22E0-D609-A67B02D98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9E5AA-F93D-686D-57F1-426400736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685A3-BBD6-A5DD-FC01-3E7756F1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F2BB9-4C93-9364-165C-4522EEB7B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70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DABFE-A3DA-4A4B-B44E-BE1AE34C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84396-DB5C-7438-155C-0FF42461B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4826E-C883-283C-26F1-6DC76D47A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05B74-C86D-5B15-674B-CBA772C6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A37DE-572A-BC52-E85C-48C763A27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D5EB7-74AA-5C37-682B-BE7B925F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73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217-A0F8-7A44-3317-10E0F614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C8E8A-0265-DD9C-2E08-EE1CD5AD5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EF271-2096-C389-70AC-3A6CA8009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8E09E-7DD9-B373-E6B7-E0CF8BE89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EEFDC9-EBDD-5991-6F30-17D83464A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0227E7-E585-B245-E114-A754CF95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7A684D-95DE-437A-6B61-C128EC1A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F4EE6-E9D0-9D02-6A16-B9E9FD96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187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614B-99E0-2958-0892-4409C91BF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D493D-9442-DCEE-0238-224C7874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F664D-93A0-A5F6-8C25-56137275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26B3F-D48D-A911-0E74-3A72B702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8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6869B-B528-E697-D0BD-64F8584DD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50C636-B4A3-00C2-D72C-DE4B7674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17205-31AA-9889-26FE-4DBD516E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77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ADC4-6398-77FD-CF9B-54DC1F99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538C0-72E1-F575-C034-11EA7F0F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76DD6-FA46-3A5F-0A54-AB43804EE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A6C15-6D78-09E0-4729-4CC8EF293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717AD-0883-A0D6-261E-9131E5680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68349-E728-C012-C171-0D155B01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76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B3BE-6527-5065-6CFC-3F9B6369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B0B34-F444-C89C-BF24-1E970E2E0D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FBAFA-8046-C660-7279-793025E81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3D2D8-3B28-FC3C-1B0D-F6C52DBC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80B72-387F-794E-2B7E-6AD9E4CF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EDED8-7D61-9B6C-A138-EED33B3F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2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85E5-9F68-D238-0D27-32443EF9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E641D-5A63-BF48-BB60-90BB028FE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8B9F4-DD67-9BDA-0196-9E6C7BE9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A766E-27B1-AFA0-3957-EE72095B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E19F-6BD6-4B47-D42F-8D015A60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8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A1A134-776E-2482-1884-95AF04B4C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3E2BA-3450-D6BF-56BD-FF33A4925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B2D9F-3AE6-BD46-7692-A20030A9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C651A-5B7A-120D-3854-9E9A3B3C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AFC2F-4EFE-BB8A-8F15-00EF83F1B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60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6EA4A-8C36-3268-83B2-A2A86D91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66B2A-4C5B-3D00-041B-FADE7EAF0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83637-2FAD-F83C-2AF7-AF0B44370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B6E3E-36D0-4E09-A60C-115B76F42A47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644ED-30E5-62C8-70D4-A8EF04D4F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EDF2E-B6BE-01D4-B776-D440FB8DC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CC2D8-16F6-4880-88CC-F254C1769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77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422BD-C76F-FF6C-56CB-B6084EF92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0110D-1B2C-2514-D5A8-7737C8539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EEAA3-94D9-D566-B644-89F198C79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 descr="A red car on a street&#10;&#10;AI-generated content may be incorrect.">
            <a:extLst>
              <a:ext uri="{FF2B5EF4-FFF2-40B4-BE49-F238E27FC236}">
                <a16:creationId xmlns:a16="http://schemas.microsoft.com/office/drawing/2014/main" id="{DDC2D58D-85EE-86F8-0BDE-1E4A03B5A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29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2416BC-1775-B296-29A1-12227B82F77D}"/>
              </a:ext>
            </a:extLst>
          </p:cNvPr>
          <p:cNvSpPr txBox="1"/>
          <p:nvPr/>
        </p:nvSpPr>
        <p:spPr>
          <a:xfrm>
            <a:off x="1080604" y="657845"/>
            <a:ext cx="1003078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solidFill>
                  <a:schemeClr val="bg2"/>
                </a:solidFill>
                <a:latin typeface="Anton" panose="020F0502020204030204" pitchFamily="2" charset="0"/>
              </a:rPr>
              <a:t>WELCOME</a:t>
            </a:r>
            <a:endParaRPr lang="en-IN" sz="19900" dirty="0">
              <a:solidFill>
                <a:schemeClr val="bg2"/>
              </a:solidFill>
              <a:latin typeface="Anton" panose="020F05020202040302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B3536-DF16-DA5E-67DF-5C35E696A7FE}"/>
              </a:ext>
            </a:extLst>
          </p:cNvPr>
          <p:cNvSpPr txBox="1"/>
          <p:nvPr/>
        </p:nvSpPr>
        <p:spPr>
          <a:xfrm>
            <a:off x="1989991" y="3167390"/>
            <a:ext cx="8493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2000" dirty="0">
                <a:solidFill>
                  <a:schemeClr val="bg1"/>
                </a:solidFill>
              </a:rPr>
              <a:t>TO OUR PRESENTATION</a:t>
            </a:r>
            <a:endParaRPr lang="en-IN" sz="2800" b="1" spc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336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Anton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 L480</dc:creator>
  <cp:lastModifiedBy>Trivedh Miriyala</cp:lastModifiedBy>
  <cp:revision>1</cp:revision>
  <dcterms:created xsi:type="dcterms:W3CDTF">2025-05-30T15:24:53Z</dcterms:created>
  <dcterms:modified xsi:type="dcterms:W3CDTF">2025-05-30T15:58:31Z</dcterms:modified>
</cp:coreProperties>
</file>